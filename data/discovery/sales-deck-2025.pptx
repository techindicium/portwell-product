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Portwell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supply chain platform for operators who have outgrown spreadsheets and cannot justify an enterprise suite.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500+ customers</a:t>
            </a:r>
          </a:p>
          <a:p>
            <a:r>
              <a:t>Founded 2016, Porto and Belo Horizonte</a:t>
            </a:r>
          </a:p>
          <a:p>
            <a:r>
              <a:t>61 employees</a:t>
            </a:r>
          </a:p>
          <a:p>
            <a:r>
              <a:t>Warehouse operations, mid-market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Starter, for operators getting off a spreadsheet</a:t>
            </a:r>
          </a:p>
          <a:p>
            <a:r>
              <a:t>Standard, for a single site</a:t>
            </a:r>
          </a:p>
          <a:p>
            <a:r>
              <a:t>Business, for a growing operation</a:t>
            </a:r>
          </a:p>
          <a:p>
            <a:r>
              <a:t>Enterprise, for multi-site and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beat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Kestrel WMS, on time to value</a:t>
            </a:r>
          </a:p>
          <a:p>
            <a:r>
              <a:t>Bolt Warehouse, on depth</a:t>
            </a:r>
          </a:p>
          <a:p>
            <a:r>
              <a:t>A spreadsheet, eventually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